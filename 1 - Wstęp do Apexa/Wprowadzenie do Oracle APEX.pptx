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2E17F4-5ABC-4E39-9722-7D873693E1D9}" v="21" dt="2026-07-19T10:30:37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67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F03EAEFD-908B-4458-9CFE-E641CAF539F5}"/>
    <pc:docChg chg="custSel addSld delSld modSld">
      <pc:chgData name="Przemyslaw Starosta" userId="45f988447864b3e6" providerId="LiveId" clId="{F03EAEFD-908B-4458-9CFE-E641CAF539F5}" dt="2026-07-19T10:36:19.698" v="1005" actId="20577"/>
      <pc:docMkLst>
        <pc:docMk/>
      </pc:docMkLst>
      <pc:sldChg chg="modSp mod">
        <pc:chgData name="Przemyslaw Starosta" userId="45f988447864b3e6" providerId="LiveId" clId="{F03EAEFD-908B-4458-9CFE-E641CAF539F5}" dt="2026-07-19T08:26:07.853" v="53" actId="20577"/>
        <pc:sldMkLst>
          <pc:docMk/>
          <pc:sldMk cId="2629494934" sldId="256"/>
        </pc:sldMkLst>
        <pc:spChg chg="mod">
          <ac:chgData name="Przemyslaw Starosta" userId="45f988447864b3e6" providerId="LiveId" clId="{F03EAEFD-908B-4458-9CFE-E641CAF539F5}" dt="2026-07-19T08:26:07.853" v="53" actId="20577"/>
          <ac:spMkLst>
            <pc:docMk/>
            <pc:sldMk cId="2629494934" sldId="256"/>
            <ac:spMk id="2" creationId="{842C04C6-72B9-4B2D-832F-6C1420567D4C}"/>
          </ac:spMkLst>
        </pc:spChg>
      </pc:sldChg>
      <pc:sldChg chg="modSp mod">
        <pc:chgData name="Przemyslaw Starosta" userId="45f988447864b3e6" providerId="LiveId" clId="{F03EAEFD-908B-4458-9CFE-E641CAF539F5}" dt="2026-07-19T08:28:26.174" v="239" actId="20577"/>
        <pc:sldMkLst>
          <pc:docMk/>
          <pc:sldMk cId="2252977761" sldId="284"/>
        </pc:sldMkLst>
        <pc:spChg chg="mod">
          <ac:chgData name="Przemyslaw Starosta" userId="45f988447864b3e6" providerId="LiveId" clId="{F03EAEFD-908B-4458-9CFE-E641CAF539F5}" dt="2026-07-19T08:26:00.148" v="42" actId="20577"/>
          <ac:spMkLst>
            <pc:docMk/>
            <pc:sldMk cId="2252977761" sldId="284"/>
            <ac:spMk id="2" creationId="{5DCEDB76-91E0-E0D8-5E40-38F6FA9B7369}"/>
          </ac:spMkLst>
        </pc:spChg>
        <pc:spChg chg="mod">
          <ac:chgData name="Przemyslaw Starosta" userId="45f988447864b3e6" providerId="LiveId" clId="{F03EAEFD-908B-4458-9CFE-E641CAF539F5}" dt="2026-07-19T08:28:26.174" v="239" actId="20577"/>
          <ac:spMkLst>
            <pc:docMk/>
            <pc:sldMk cId="2252977761" sldId="284"/>
            <ac:spMk id="3" creationId="{714B49FC-9E1C-3529-E84C-714509FD5AFB}"/>
          </ac:spMkLst>
        </pc:spChg>
      </pc:sldChg>
      <pc:sldChg chg="modSp add mod">
        <pc:chgData name="Przemyslaw Starosta" userId="45f988447864b3e6" providerId="LiveId" clId="{F03EAEFD-908B-4458-9CFE-E641CAF539F5}" dt="2026-07-19T08:29:05.220" v="348" actId="20577"/>
        <pc:sldMkLst>
          <pc:docMk/>
          <pc:sldMk cId="117518218" sldId="285"/>
        </pc:sldMkLst>
        <pc:spChg chg="mod">
          <ac:chgData name="Przemyslaw Starosta" userId="45f988447864b3e6" providerId="LiveId" clId="{F03EAEFD-908B-4458-9CFE-E641CAF539F5}" dt="2026-07-19T08:29:05.220" v="348" actId="20577"/>
          <ac:spMkLst>
            <pc:docMk/>
            <pc:sldMk cId="117518218" sldId="285"/>
            <ac:spMk id="3" creationId="{E9452F58-B0F1-70F9-6942-6798301E3796}"/>
          </ac:spMkLst>
        </pc:spChg>
      </pc:sldChg>
      <pc:sldChg chg="del">
        <pc:chgData name="Przemyslaw Starosta" userId="45f988447864b3e6" providerId="LiveId" clId="{F03EAEFD-908B-4458-9CFE-E641CAF539F5}" dt="2026-07-19T08:25:23.850" v="3" actId="47"/>
        <pc:sldMkLst>
          <pc:docMk/>
          <pc:sldMk cId="1174031281" sldId="285"/>
        </pc:sldMkLst>
      </pc:sldChg>
      <pc:sldChg chg="modSp add mod">
        <pc:chgData name="Przemyslaw Starosta" userId="45f988447864b3e6" providerId="LiveId" clId="{F03EAEFD-908B-4458-9CFE-E641CAF539F5}" dt="2026-07-19T08:31:25.197" v="641" actId="20577"/>
        <pc:sldMkLst>
          <pc:docMk/>
          <pc:sldMk cId="86244491" sldId="286"/>
        </pc:sldMkLst>
        <pc:spChg chg="mod">
          <ac:chgData name="Przemyslaw Starosta" userId="45f988447864b3e6" providerId="LiveId" clId="{F03EAEFD-908B-4458-9CFE-E641CAF539F5}" dt="2026-07-19T08:31:25.197" v="641" actId="20577"/>
          <ac:spMkLst>
            <pc:docMk/>
            <pc:sldMk cId="86244491" sldId="286"/>
            <ac:spMk id="3" creationId="{131F8209-5A7C-61AB-4245-55F35DE69841}"/>
          </ac:spMkLst>
        </pc:spChg>
      </pc:sldChg>
      <pc:sldChg chg="del">
        <pc:chgData name="Przemyslaw Starosta" userId="45f988447864b3e6" providerId="LiveId" clId="{F03EAEFD-908B-4458-9CFE-E641CAF539F5}" dt="2026-07-19T08:25:23.850" v="3" actId="47"/>
        <pc:sldMkLst>
          <pc:docMk/>
          <pc:sldMk cId="2648643374" sldId="286"/>
        </pc:sldMkLst>
      </pc:sldChg>
      <pc:sldChg chg="del">
        <pc:chgData name="Przemyslaw Starosta" userId="45f988447864b3e6" providerId="LiveId" clId="{F03EAEFD-908B-4458-9CFE-E641CAF539F5}" dt="2026-07-19T08:25:23.850" v="3" actId="47"/>
        <pc:sldMkLst>
          <pc:docMk/>
          <pc:sldMk cId="1133956049" sldId="287"/>
        </pc:sldMkLst>
      </pc:sldChg>
      <pc:sldChg chg="modSp add mod">
        <pc:chgData name="Przemyslaw Starosta" userId="45f988447864b3e6" providerId="LiveId" clId="{F03EAEFD-908B-4458-9CFE-E641CAF539F5}" dt="2026-07-19T08:31:52.233" v="642" actId="20577"/>
        <pc:sldMkLst>
          <pc:docMk/>
          <pc:sldMk cId="3198372470" sldId="287"/>
        </pc:sldMkLst>
        <pc:spChg chg="mod">
          <ac:chgData name="Przemyslaw Starosta" userId="45f988447864b3e6" providerId="LiveId" clId="{F03EAEFD-908B-4458-9CFE-E641CAF539F5}" dt="2026-07-19T08:31:52.233" v="642" actId="20577"/>
          <ac:spMkLst>
            <pc:docMk/>
            <pc:sldMk cId="3198372470" sldId="287"/>
            <ac:spMk id="3" creationId="{976D1C4C-681D-D5A5-9DC5-0C86898B15AD}"/>
          </ac:spMkLst>
        </pc:spChg>
      </pc:sldChg>
      <pc:sldChg chg="modSp add">
        <pc:chgData name="Przemyslaw Starosta" userId="45f988447864b3e6" providerId="LiveId" clId="{F03EAEFD-908B-4458-9CFE-E641CAF539F5}" dt="2026-07-19T08:32:31.471" v="644"/>
        <pc:sldMkLst>
          <pc:docMk/>
          <pc:sldMk cId="1495192585" sldId="288"/>
        </pc:sldMkLst>
        <pc:spChg chg="mod">
          <ac:chgData name="Przemyslaw Starosta" userId="45f988447864b3e6" providerId="LiveId" clId="{F03EAEFD-908B-4458-9CFE-E641CAF539F5}" dt="2026-07-19T08:32:31.471" v="644"/>
          <ac:spMkLst>
            <pc:docMk/>
            <pc:sldMk cId="1495192585" sldId="288"/>
            <ac:spMk id="3" creationId="{2431E218-D3E7-6736-4FE7-0D0790F52DFB}"/>
          </ac:spMkLst>
        </pc:spChg>
      </pc:sldChg>
      <pc:sldChg chg="del">
        <pc:chgData name="Przemyslaw Starosta" userId="45f988447864b3e6" providerId="LiveId" clId="{F03EAEFD-908B-4458-9CFE-E641CAF539F5}" dt="2026-07-19T08:25:23.850" v="3" actId="47"/>
        <pc:sldMkLst>
          <pc:docMk/>
          <pc:sldMk cId="2011376407" sldId="288"/>
        </pc:sldMkLst>
      </pc:sldChg>
      <pc:sldChg chg="modSp add">
        <pc:chgData name="Przemyslaw Starosta" userId="45f988447864b3e6" providerId="LiveId" clId="{F03EAEFD-908B-4458-9CFE-E641CAF539F5}" dt="2026-07-19T08:32:53.846" v="646"/>
        <pc:sldMkLst>
          <pc:docMk/>
          <pc:sldMk cId="1495380101" sldId="289"/>
        </pc:sldMkLst>
        <pc:spChg chg="mod">
          <ac:chgData name="Przemyslaw Starosta" userId="45f988447864b3e6" providerId="LiveId" clId="{F03EAEFD-908B-4458-9CFE-E641CAF539F5}" dt="2026-07-19T08:32:53.846" v="646"/>
          <ac:spMkLst>
            <pc:docMk/>
            <pc:sldMk cId="1495380101" sldId="289"/>
            <ac:spMk id="3" creationId="{91A1DD5D-B67A-62DF-D87F-52A1E17BE78E}"/>
          </ac:spMkLst>
        </pc:spChg>
      </pc:sldChg>
      <pc:sldChg chg="del">
        <pc:chgData name="Przemyslaw Starosta" userId="45f988447864b3e6" providerId="LiveId" clId="{F03EAEFD-908B-4458-9CFE-E641CAF539F5}" dt="2026-07-19T08:25:23.850" v="3" actId="47"/>
        <pc:sldMkLst>
          <pc:docMk/>
          <pc:sldMk cId="4250776292" sldId="289"/>
        </pc:sldMkLst>
      </pc:sldChg>
      <pc:sldChg chg="modSp add mod">
        <pc:chgData name="Przemyslaw Starosta" userId="45f988447864b3e6" providerId="LiveId" clId="{F03EAEFD-908B-4458-9CFE-E641CAF539F5}" dt="2026-07-19T08:35:08.909" v="713" actId="6549"/>
        <pc:sldMkLst>
          <pc:docMk/>
          <pc:sldMk cId="305517650" sldId="290"/>
        </pc:sldMkLst>
        <pc:spChg chg="mod">
          <ac:chgData name="Przemyslaw Starosta" userId="45f988447864b3e6" providerId="LiveId" clId="{F03EAEFD-908B-4458-9CFE-E641CAF539F5}" dt="2026-07-19T08:33:55.469" v="674" actId="20577"/>
          <ac:spMkLst>
            <pc:docMk/>
            <pc:sldMk cId="305517650" sldId="290"/>
            <ac:spMk id="2" creationId="{245C253C-E5A0-BAA7-FCD3-979AA276B2DB}"/>
          </ac:spMkLst>
        </pc:spChg>
        <pc:spChg chg="mod">
          <ac:chgData name="Przemyslaw Starosta" userId="45f988447864b3e6" providerId="LiveId" clId="{F03EAEFD-908B-4458-9CFE-E641CAF539F5}" dt="2026-07-19T08:35:08.909" v="713" actId="6549"/>
          <ac:spMkLst>
            <pc:docMk/>
            <pc:sldMk cId="305517650" sldId="290"/>
            <ac:spMk id="3" creationId="{C2BAF422-7910-D927-F4C2-9542293257BD}"/>
          </ac:spMkLst>
        </pc:spChg>
      </pc:sldChg>
      <pc:sldChg chg="del">
        <pc:chgData name="Przemyslaw Starosta" userId="45f988447864b3e6" providerId="LiveId" clId="{F03EAEFD-908B-4458-9CFE-E641CAF539F5}" dt="2026-07-19T08:25:23.850" v="3" actId="47"/>
        <pc:sldMkLst>
          <pc:docMk/>
          <pc:sldMk cId="1896451850" sldId="290"/>
        </pc:sldMkLst>
      </pc:sldChg>
      <pc:sldChg chg="del">
        <pc:chgData name="Przemyslaw Starosta" userId="45f988447864b3e6" providerId="LiveId" clId="{F03EAEFD-908B-4458-9CFE-E641CAF539F5}" dt="2026-07-19T08:25:23.850" v="3" actId="47"/>
        <pc:sldMkLst>
          <pc:docMk/>
          <pc:sldMk cId="1729462356" sldId="291"/>
        </pc:sldMkLst>
      </pc:sldChg>
      <pc:sldChg chg="modSp add mod">
        <pc:chgData name="Przemyslaw Starosta" userId="45f988447864b3e6" providerId="LiveId" clId="{F03EAEFD-908B-4458-9CFE-E641CAF539F5}" dt="2026-07-19T08:35:56.638" v="720" actId="20577"/>
        <pc:sldMkLst>
          <pc:docMk/>
          <pc:sldMk cId="1974159321" sldId="291"/>
        </pc:sldMkLst>
        <pc:spChg chg="mod">
          <ac:chgData name="Przemyslaw Starosta" userId="45f988447864b3e6" providerId="LiveId" clId="{F03EAEFD-908B-4458-9CFE-E641CAF539F5}" dt="2026-07-19T08:35:56.638" v="720" actId="20577"/>
          <ac:spMkLst>
            <pc:docMk/>
            <pc:sldMk cId="1974159321" sldId="291"/>
            <ac:spMk id="3" creationId="{C118CEC6-9BDC-1A59-FD66-748C55FA1FC3}"/>
          </ac:spMkLst>
        </pc:spChg>
      </pc:sldChg>
      <pc:sldChg chg="del">
        <pc:chgData name="Przemyslaw Starosta" userId="45f988447864b3e6" providerId="LiveId" clId="{F03EAEFD-908B-4458-9CFE-E641CAF539F5}" dt="2026-07-19T08:25:20.508" v="2" actId="47"/>
        <pc:sldMkLst>
          <pc:docMk/>
          <pc:sldMk cId="1149356649" sldId="292"/>
        </pc:sldMkLst>
      </pc:sldChg>
      <pc:sldChg chg="modSp add mod">
        <pc:chgData name="Przemyslaw Starosta" userId="45f988447864b3e6" providerId="LiveId" clId="{F03EAEFD-908B-4458-9CFE-E641CAF539F5}" dt="2026-07-19T08:36:19.309" v="724" actId="20577"/>
        <pc:sldMkLst>
          <pc:docMk/>
          <pc:sldMk cId="2823163760" sldId="292"/>
        </pc:sldMkLst>
        <pc:spChg chg="mod">
          <ac:chgData name="Przemyslaw Starosta" userId="45f988447864b3e6" providerId="LiveId" clId="{F03EAEFD-908B-4458-9CFE-E641CAF539F5}" dt="2026-07-19T08:36:19.309" v="724" actId="20577"/>
          <ac:spMkLst>
            <pc:docMk/>
            <pc:sldMk cId="2823163760" sldId="292"/>
            <ac:spMk id="3" creationId="{33FACE95-40C5-86E9-2D4D-5027B167F88A}"/>
          </ac:spMkLst>
        </pc:spChg>
      </pc:sldChg>
      <pc:sldChg chg="modSp add mod">
        <pc:chgData name="Przemyslaw Starosta" userId="45f988447864b3e6" providerId="LiveId" clId="{F03EAEFD-908B-4458-9CFE-E641CAF539F5}" dt="2026-07-19T08:37:31.839" v="739" actId="27636"/>
        <pc:sldMkLst>
          <pc:docMk/>
          <pc:sldMk cId="3675669600" sldId="293"/>
        </pc:sldMkLst>
        <pc:spChg chg="mod">
          <ac:chgData name="Przemyslaw Starosta" userId="45f988447864b3e6" providerId="LiveId" clId="{F03EAEFD-908B-4458-9CFE-E641CAF539F5}" dt="2026-07-19T08:36:36.023" v="731" actId="20577"/>
          <ac:spMkLst>
            <pc:docMk/>
            <pc:sldMk cId="3675669600" sldId="293"/>
            <ac:spMk id="2" creationId="{DB4DD5C6-A5B7-A69E-4BD0-AFFCFC0A748F}"/>
          </ac:spMkLst>
        </pc:spChg>
        <pc:spChg chg="mod">
          <ac:chgData name="Przemyslaw Starosta" userId="45f988447864b3e6" providerId="LiveId" clId="{F03EAEFD-908B-4458-9CFE-E641CAF539F5}" dt="2026-07-19T08:37:31.839" v="739" actId="27636"/>
          <ac:spMkLst>
            <pc:docMk/>
            <pc:sldMk cId="3675669600" sldId="293"/>
            <ac:spMk id="3" creationId="{52C651D0-1400-5721-7CFD-C687C03B1B70}"/>
          </ac:spMkLst>
        </pc:spChg>
      </pc:sldChg>
      <pc:sldChg chg="modSp add mod">
        <pc:chgData name="Przemyslaw Starosta" userId="45f988447864b3e6" providerId="LiveId" clId="{F03EAEFD-908B-4458-9CFE-E641CAF539F5}" dt="2026-07-19T08:37:43.229" v="745" actId="20577"/>
        <pc:sldMkLst>
          <pc:docMk/>
          <pc:sldMk cId="3555895966" sldId="294"/>
        </pc:sldMkLst>
        <pc:spChg chg="mod">
          <ac:chgData name="Przemyslaw Starosta" userId="45f988447864b3e6" providerId="LiveId" clId="{F03EAEFD-908B-4458-9CFE-E641CAF539F5}" dt="2026-07-19T08:37:43.229" v="745" actId="20577"/>
          <ac:spMkLst>
            <pc:docMk/>
            <pc:sldMk cId="3555895966" sldId="294"/>
            <ac:spMk id="3" creationId="{4BF5C1F5-CC38-D14F-CDDC-4CF6693FDA67}"/>
          </ac:spMkLst>
        </pc:spChg>
      </pc:sldChg>
      <pc:sldChg chg="modSp add mod">
        <pc:chgData name="Przemyslaw Starosta" userId="45f988447864b3e6" providerId="LiveId" clId="{F03EAEFD-908B-4458-9CFE-E641CAF539F5}" dt="2026-07-19T08:39:37.757" v="764" actId="20577"/>
        <pc:sldMkLst>
          <pc:docMk/>
          <pc:sldMk cId="1871344865" sldId="295"/>
        </pc:sldMkLst>
        <pc:spChg chg="mod">
          <ac:chgData name="Przemyslaw Starosta" userId="45f988447864b3e6" providerId="LiveId" clId="{F03EAEFD-908B-4458-9CFE-E641CAF539F5}" dt="2026-07-19T08:39:37.757" v="764" actId="20577"/>
          <ac:spMkLst>
            <pc:docMk/>
            <pc:sldMk cId="1871344865" sldId="295"/>
            <ac:spMk id="2" creationId="{74A6C2CD-B191-9B9F-819A-DC8AB7757997}"/>
          </ac:spMkLst>
        </pc:spChg>
        <pc:spChg chg="mod">
          <ac:chgData name="Przemyslaw Starosta" userId="45f988447864b3e6" providerId="LiveId" clId="{F03EAEFD-908B-4458-9CFE-E641CAF539F5}" dt="2026-07-19T08:38:59.789" v="752" actId="20577"/>
          <ac:spMkLst>
            <pc:docMk/>
            <pc:sldMk cId="1871344865" sldId="295"/>
            <ac:spMk id="3" creationId="{628A5AF5-2132-C4A2-A2E8-43194E246B5A}"/>
          </ac:spMkLst>
        </pc:spChg>
      </pc:sldChg>
      <pc:sldChg chg="modSp add mod">
        <pc:chgData name="Przemyslaw Starosta" userId="45f988447864b3e6" providerId="LiveId" clId="{F03EAEFD-908B-4458-9CFE-E641CAF539F5}" dt="2026-07-19T08:40:04.230" v="778" actId="27636"/>
        <pc:sldMkLst>
          <pc:docMk/>
          <pc:sldMk cId="3641487878" sldId="296"/>
        </pc:sldMkLst>
        <pc:spChg chg="mod">
          <ac:chgData name="Przemyslaw Starosta" userId="45f988447864b3e6" providerId="LiveId" clId="{F03EAEFD-908B-4458-9CFE-E641CAF539F5}" dt="2026-07-19T08:40:04.230" v="778" actId="27636"/>
          <ac:spMkLst>
            <pc:docMk/>
            <pc:sldMk cId="3641487878" sldId="296"/>
            <ac:spMk id="3" creationId="{71F42E4A-00AC-E705-9316-0E9418AA63DF}"/>
          </ac:spMkLst>
        </pc:spChg>
      </pc:sldChg>
      <pc:sldChg chg="modSp add mod">
        <pc:chgData name="Przemyslaw Starosta" userId="45f988447864b3e6" providerId="LiveId" clId="{F03EAEFD-908B-4458-9CFE-E641CAF539F5}" dt="2026-07-19T08:41:08.924" v="878" actId="20577"/>
        <pc:sldMkLst>
          <pc:docMk/>
          <pc:sldMk cId="2734457360" sldId="297"/>
        </pc:sldMkLst>
        <pc:spChg chg="mod">
          <ac:chgData name="Przemyslaw Starosta" userId="45f988447864b3e6" providerId="LiveId" clId="{F03EAEFD-908B-4458-9CFE-E641CAF539F5}" dt="2026-07-19T08:41:08.924" v="878" actId="20577"/>
          <ac:spMkLst>
            <pc:docMk/>
            <pc:sldMk cId="2734457360" sldId="297"/>
            <ac:spMk id="3" creationId="{E2C8AF84-C821-35A9-E56D-2F79E3BE107A}"/>
          </ac:spMkLst>
        </pc:spChg>
      </pc:sldChg>
      <pc:sldChg chg="modSp add mod">
        <pc:chgData name="Przemyslaw Starosta" userId="45f988447864b3e6" providerId="LiveId" clId="{F03EAEFD-908B-4458-9CFE-E641CAF539F5}" dt="2026-07-19T08:45:05.271" v="905" actId="20577"/>
        <pc:sldMkLst>
          <pc:docMk/>
          <pc:sldMk cId="3224987434" sldId="298"/>
        </pc:sldMkLst>
        <pc:spChg chg="mod">
          <ac:chgData name="Przemyslaw Starosta" userId="45f988447864b3e6" providerId="LiveId" clId="{F03EAEFD-908B-4458-9CFE-E641CAF539F5}" dt="2026-07-19T08:45:05.271" v="905" actId="20577"/>
          <ac:spMkLst>
            <pc:docMk/>
            <pc:sldMk cId="3224987434" sldId="298"/>
            <ac:spMk id="2" creationId="{06642B6E-C05E-314C-E516-AEEFADCEE836}"/>
          </ac:spMkLst>
        </pc:spChg>
        <pc:spChg chg="mod">
          <ac:chgData name="Przemyslaw Starosta" userId="45f988447864b3e6" providerId="LiveId" clId="{F03EAEFD-908B-4458-9CFE-E641CAF539F5}" dt="2026-07-19T08:43:38.826" v="887" actId="27636"/>
          <ac:spMkLst>
            <pc:docMk/>
            <pc:sldMk cId="3224987434" sldId="298"/>
            <ac:spMk id="3" creationId="{AFD9E3EC-97A9-6C7A-5D9C-1E0F19B05761}"/>
          </ac:spMkLst>
        </pc:spChg>
      </pc:sldChg>
      <pc:sldChg chg="modSp add mod">
        <pc:chgData name="Przemyslaw Starosta" userId="45f988447864b3e6" providerId="LiveId" clId="{F03EAEFD-908B-4458-9CFE-E641CAF539F5}" dt="2026-07-19T08:44:32.229" v="895" actId="20577"/>
        <pc:sldMkLst>
          <pc:docMk/>
          <pc:sldMk cId="1728100510" sldId="299"/>
        </pc:sldMkLst>
        <pc:spChg chg="mod">
          <ac:chgData name="Przemyslaw Starosta" userId="45f988447864b3e6" providerId="LiveId" clId="{F03EAEFD-908B-4458-9CFE-E641CAF539F5}" dt="2026-07-19T08:44:32.229" v="895" actId="20577"/>
          <ac:spMkLst>
            <pc:docMk/>
            <pc:sldMk cId="1728100510" sldId="299"/>
            <ac:spMk id="3" creationId="{5E10C32B-3FDE-3CEB-2410-8B3DD1A7E6C7}"/>
          </ac:spMkLst>
        </pc:spChg>
      </pc:sldChg>
      <pc:sldChg chg="modSp add mod">
        <pc:chgData name="Przemyslaw Starosta" userId="45f988447864b3e6" providerId="LiveId" clId="{F03EAEFD-908B-4458-9CFE-E641CAF539F5}" dt="2026-07-19T08:45:25.351" v="916" actId="27636"/>
        <pc:sldMkLst>
          <pc:docMk/>
          <pc:sldMk cId="1812708089" sldId="300"/>
        </pc:sldMkLst>
        <pc:spChg chg="mod">
          <ac:chgData name="Przemyslaw Starosta" userId="45f988447864b3e6" providerId="LiveId" clId="{F03EAEFD-908B-4458-9CFE-E641CAF539F5}" dt="2026-07-19T08:45:25.351" v="916" actId="27636"/>
          <ac:spMkLst>
            <pc:docMk/>
            <pc:sldMk cId="1812708089" sldId="300"/>
            <ac:spMk id="3" creationId="{947B8DE1-9905-4BF5-CC83-784EB096E9E9}"/>
          </ac:spMkLst>
        </pc:spChg>
      </pc:sldChg>
      <pc:sldChg chg="modSp add mod">
        <pc:chgData name="Przemyslaw Starosta" userId="45f988447864b3e6" providerId="LiveId" clId="{F03EAEFD-908B-4458-9CFE-E641CAF539F5}" dt="2026-07-19T08:45:59.590" v="927" actId="27636"/>
        <pc:sldMkLst>
          <pc:docMk/>
          <pc:sldMk cId="2077655932" sldId="301"/>
        </pc:sldMkLst>
        <pc:spChg chg="mod">
          <ac:chgData name="Przemyslaw Starosta" userId="45f988447864b3e6" providerId="LiveId" clId="{F03EAEFD-908B-4458-9CFE-E641CAF539F5}" dt="2026-07-19T08:45:59.590" v="927" actId="27636"/>
          <ac:spMkLst>
            <pc:docMk/>
            <pc:sldMk cId="2077655932" sldId="301"/>
            <ac:spMk id="3" creationId="{0A686012-1711-CFB6-BD50-92F533C43B7A}"/>
          </ac:spMkLst>
        </pc:spChg>
      </pc:sldChg>
      <pc:sldChg chg="modSp add mod">
        <pc:chgData name="Przemyslaw Starosta" userId="45f988447864b3e6" providerId="LiveId" clId="{F03EAEFD-908B-4458-9CFE-E641CAF539F5}" dt="2026-07-19T08:46:38.615" v="933" actId="20577"/>
        <pc:sldMkLst>
          <pc:docMk/>
          <pc:sldMk cId="1896885093" sldId="302"/>
        </pc:sldMkLst>
        <pc:spChg chg="mod">
          <ac:chgData name="Przemyslaw Starosta" userId="45f988447864b3e6" providerId="LiveId" clId="{F03EAEFD-908B-4458-9CFE-E641CAF539F5}" dt="2026-07-19T08:46:38.615" v="933" actId="20577"/>
          <ac:spMkLst>
            <pc:docMk/>
            <pc:sldMk cId="1896885093" sldId="302"/>
            <ac:spMk id="3" creationId="{FC04720A-7E80-5358-7C1C-5655B63AB3FD}"/>
          </ac:spMkLst>
        </pc:spChg>
      </pc:sldChg>
      <pc:sldChg chg="modSp add mod">
        <pc:chgData name="Przemyslaw Starosta" userId="45f988447864b3e6" providerId="LiveId" clId="{F03EAEFD-908B-4458-9CFE-E641CAF539F5}" dt="2026-07-19T10:36:19.698" v="1005" actId="20577"/>
        <pc:sldMkLst>
          <pc:docMk/>
          <pc:sldMk cId="3087665502" sldId="303"/>
        </pc:sldMkLst>
        <pc:spChg chg="mod">
          <ac:chgData name="Przemyslaw Starosta" userId="45f988447864b3e6" providerId="LiveId" clId="{F03EAEFD-908B-4458-9CFE-E641CAF539F5}" dt="2026-07-19T10:30:12.242" v="953" actId="20577"/>
          <ac:spMkLst>
            <pc:docMk/>
            <pc:sldMk cId="3087665502" sldId="303"/>
            <ac:spMk id="2" creationId="{2087FBB9-B153-3989-0E5F-9A8E814EC3EA}"/>
          </ac:spMkLst>
        </pc:spChg>
        <pc:spChg chg="mod">
          <ac:chgData name="Przemyslaw Starosta" userId="45f988447864b3e6" providerId="LiveId" clId="{F03EAEFD-908B-4458-9CFE-E641CAF539F5}" dt="2026-07-19T10:36:19.698" v="1005" actId="20577"/>
          <ac:spMkLst>
            <pc:docMk/>
            <pc:sldMk cId="3087665502" sldId="303"/>
            <ac:spMk id="3" creationId="{4F5CCF7D-8E6C-10F9-CB55-6FAA30A3C84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7/19/2026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7/19/2026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racle/ape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2C04C6-72B9-4B2D-832F-6C1420567D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l-PL" sz="3200" dirty="0"/>
              <a:t>Wprowadzenie do Oracle APEX</a:t>
            </a:r>
          </a:p>
        </p:txBody>
      </p:sp>
    </p:spTree>
    <p:extLst>
      <p:ext uri="{BB962C8B-B14F-4D97-AF65-F5344CB8AC3E}">
        <p14:creationId xmlns:p14="http://schemas.microsoft.com/office/powerpoint/2010/main" val="2629494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24447-9A04-A63A-5B4C-D5ECE691F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CEDB76-91E0-E0D8-5E40-38F6FA9B7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Czym jest </a:t>
            </a:r>
            <a:br>
              <a:rPr lang="pl-PL" sz="3200" dirty="0"/>
            </a:br>
            <a:r>
              <a:rPr lang="pl-PL" sz="3200" dirty="0"/>
              <a:t>Oracle APEX?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4B49FC-9E1C-3529-E84C-714509FD5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pl-PL" dirty="0"/>
              <a:t>Najpopularniejsza na świecie platforma do tworzenia aplikacji, która umożliwia tworzenie skalowalnych i bezpiecznych aplikacji, które można wdrożyć w dowolnym miejscu.</a:t>
            </a:r>
          </a:p>
        </p:txBody>
      </p:sp>
    </p:spTree>
    <p:extLst>
      <p:ext uri="{BB962C8B-B14F-4D97-AF65-F5344CB8AC3E}">
        <p14:creationId xmlns:p14="http://schemas.microsoft.com/office/powerpoint/2010/main" val="2252977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AAE0-4C3B-4391-B674-A30DC8A55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727717-5C0B-D7A4-4083-13FD0807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Czym jest </a:t>
            </a:r>
            <a:br>
              <a:rPr lang="pl-PL" sz="3200" dirty="0"/>
            </a:br>
            <a:r>
              <a:rPr lang="pl-PL" sz="3200" dirty="0"/>
              <a:t>Oracle APEX?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9452F58-B0F1-70F9-6942-6798301E3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pl-PL" dirty="0"/>
              <a:t>To aplikacja typu </a:t>
            </a:r>
            <a:r>
              <a:rPr lang="pl-PL" dirty="0" err="1"/>
              <a:t>low-code</a:t>
            </a:r>
            <a:r>
              <a:rPr lang="pl-PL" dirty="0"/>
              <a:t> do tworzenia responsywnych aplikacji internetowych dla baz danych Oracle.</a:t>
            </a:r>
          </a:p>
        </p:txBody>
      </p:sp>
    </p:spTree>
    <p:extLst>
      <p:ext uri="{BB962C8B-B14F-4D97-AF65-F5344CB8AC3E}">
        <p14:creationId xmlns:p14="http://schemas.microsoft.com/office/powerpoint/2010/main" val="11751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32CA4-BD2F-05BA-3DFD-C86C928C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316776-8DD1-3545-286F-919BB999A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Czym jest </a:t>
            </a:r>
            <a:br>
              <a:rPr lang="pl-PL" sz="3200" dirty="0"/>
            </a:br>
            <a:r>
              <a:rPr lang="pl-PL" sz="3200" dirty="0"/>
              <a:t>Oracle APEX?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31F8209-5A7C-61AB-4245-55F35DE69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l-PL" dirty="0"/>
              <a:t>Umożliwia 20x szybsze tworzenie aplikacji dla przedsiębiorstw przy użyciu nawet 100x mniej kodu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APEX zapewnia wszystkie narzędzia potrzebne do tworzenia aplikacji na jednej rozszerzalnej platformie, która działa jako część bazy danych Oracle</a:t>
            </a:r>
          </a:p>
        </p:txBody>
      </p:sp>
    </p:spTree>
    <p:extLst>
      <p:ext uri="{BB962C8B-B14F-4D97-AF65-F5344CB8AC3E}">
        <p14:creationId xmlns:p14="http://schemas.microsoft.com/office/powerpoint/2010/main" val="86244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A09A2-4003-2842-CC09-A6F782A04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4F7A41-8A0D-2117-0D8E-2F218604A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Czym jest </a:t>
            </a:r>
            <a:br>
              <a:rPr lang="pl-PL" sz="3200" dirty="0"/>
            </a:br>
            <a:r>
              <a:rPr lang="pl-PL" sz="3200" dirty="0"/>
              <a:t>Oracle APEX?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76D1C4C-681D-D5A5-9DC5-0C86898B1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l-PL" dirty="0"/>
              <a:t>APEX eliminuje obciążenia i złożoność związane z tradycyjnym kodowaniem oraz zapewnia komponenty, w pełni konfigurowalny interfejs użytkownika i wiele innych funkcji dostępnych od razu po uruchomieniu.</a:t>
            </a:r>
          </a:p>
        </p:txBody>
      </p:sp>
    </p:spTree>
    <p:extLst>
      <p:ext uri="{BB962C8B-B14F-4D97-AF65-F5344CB8AC3E}">
        <p14:creationId xmlns:p14="http://schemas.microsoft.com/office/powerpoint/2010/main" val="319837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A698-FF40-68C8-FB13-D25F9826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CE09E8-8F5E-2B12-A08C-60FF735F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Czym jest </a:t>
            </a:r>
            <a:br>
              <a:rPr lang="pl-PL" sz="3200" dirty="0"/>
            </a:br>
            <a:r>
              <a:rPr lang="pl-PL" sz="3200" dirty="0"/>
              <a:t>Oracle APEX?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431E218-D3E7-6736-4FE7-0D0790F52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l-PL" dirty="0"/>
              <a:t>APEX umożliwia programistom tworzenie niesamowitych aplikacji i rozwiązywanie rzeczywistych problemów biznesowych.</a:t>
            </a:r>
          </a:p>
        </p:txBody>
      </p:sp>
    </p:spTree>
    <p:extLst>
      <p:ext uri="{BB962C8B-B14F-4D97-AF65-F5344CB8AC3E}">
        <p14:creationId xmlns:p14="http://schemas.microsoft.com/office/powerpoint/2010/main" val="14951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0A1D5-E3FF-3628-3BDE-4B5946D45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0FAC3C-7FE4-97B9-4620-A9B4FB32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Czym jest </a:t>
            </a:r>
            <a:br>
              <a:rPr lang="pl-PL" sz="3200" dirty="0"/>
            </a:br>
            <a:r>
              <a:rPr lang="pl-PL" sz="3200" dirty="0"/>
              <a:t>Oracle APEX?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1A1DD5D-B67A-62DF-D87F-52A1E17B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l-PL" dirty="0"/>
              <a:t>Nie musisz przy tym być ekspertem w szerokim zakresie technologii internetowych. APEX minimalizuje złożoność związaną z wieloaspektowymi aplikacjami i zapewnia programistom funkcje niezbędne do szybkiego rozwiązywania problemów biznesowych bez konieczności posiadania rozległej wiedzy specjalistycznej. </a:t>
            </a:r>
          </a:p>
        </p:txBody>
      </p:sp>
    </p:spTree>
    <p:extLst>
      <p:ext uri="{BB962C8B-B14F-4D97-AF65-F5344CB8AC3E}">
        <p14:creationId xmlns:p14="http://schemas.microsoft.com/office/powerpoint/2010/main" val="149538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A40B-723A-FE9C-E67B-44B53CBC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5C253C-E5A0-BAA7-FCD3-979AA276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Natywny </a:t>
            </a:r>
            <a:r>
              <a:rPr lang="pl-PL" sz="3200" dirty="0" err="1"/>
              <a:t>low-code</a:t>
            </a:r>
            <a:r>
              <a:rPr lang="pl-PL" sz="3200" dirty="0"/>
              <a:t> na Oracle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2BAF422-7910-D927-F4C2-954229325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pl-PL" dirty="0"/>
              <a:t>Czy wiesz, że jeśli posiadasz bazę danych Oracle, masz już również Oracle APEX?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 APEX to natywna platforma typu „</a:t>
            </a:r>
            <a:r>
              <a:rPr lang="pl-PL" dirty="0" err="1"/>
              <a:t>low-code</a:t>
            </a:r>
            <a:r>
              <a:rPr lang="pl-PL" dirty="0"/>
              <a:t>” przeznaczona dla baz danych Oracle.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Jest to w pełni obsługiwana, bezpłatna funkcja bazy danych Oracle.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Jest kompletna, zintegrowana i bezpieczna platforma danych do wdrożeń na dowolną skalę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Umożliwia natywny dostęp do wszystkich funkcji bazy danych Oracle</a:t>
            </a:r>
          </a:p>
        </p:txBody>
      </p:sp>
    </p:spTree>
    <p:extLst>
      <p:ext uri="{BB962C8B-B14F-4D97-AF65-F5344CB8AC3E}">
        <p14:creationId xmlns:p14="http://schemas.microsoft.com/office/powerpoint/2010/main" val="305517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C02C8-5057-C283-817F-050FD8A89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5842B2C-B81D-FC3E-F31F-5ECEC82E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Natywny </a:t>
            </a:r>
            <a:r>
              <a:rPr lang="pl-PL" sz="3200" dirty="0" err="1"/>
              <a:t>low-code</a:t>
            </a:r>
            <a:r>
              <a:rPr lang="pl-PL" sz="3200" dirty="0"/>
              <a:t> na Oracle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118CEC6-9BDC-1A59-FD66-748C55FA1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dirty="0"/>
              <a:t>Dzięki APEX można tworzyć responsywne aplikacje internetowe.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Na podstawie danych z bazy danych można szybko tworzyć raporty, formularze, wykresy, kalendarze itp.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APEX pozwala organizacjom wykorzystać dotychczasowe inwestycje w technologię SQL oraz umiejętności związane z tym językiem. </a:t>
            </a:r>
          </a:p>
        </p:txBody>
      </p:sp>
    </p:spTree>
    <p:extLst>
      <p:ext uri="{BB962C8B-B14F-4D97-AF65-F5344CB8AC3E}">
        <p14:creationId xmlns:p14="http://schemas.microsoft.com/office/powerpoint/2010/main" val="1974159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998D0-E17F-F894-1F05-A37431808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9FE29D-3EA9-6E0A-F743-176DB6D5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Natywny </a:t>
            </a:r>
            <a:r>
              <a:rPr lang="pl-PL" sz="3200" dirty="0" err="1"/>
              <a:t>low-code</a:t>
            </a:r>
            <a:r>
              <a:rPr lang="pl-PL" sz="3200" dirty="0"/>
              <a:t> na Oracle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3FACE95-40C5-86E9-2D4D-5027B167F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dirty="0"/>
              <a:t>Dzięki APEX programiści IT oraz programiści-amatorzy, którzy znają podstawy języka SQL, mogą z łatwością tworzyć aplikacje.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Wykorzystując nie tylko możliwości bazy danych Oracle, ale także APEX, można tworzyć aplikacje szybciej i przy mniejszym zaangażowaniu programistów.</a:t>
            </a:r>
          </a:p>
        </p:txBody>
      </p:sp>
    </p:spTree>
    <p:extLst>
      <p:ext uri="{BB962C8B-B14F-4D97-AF65-F5344CB8AC3E}">
        <p14:creationId xmlns:p14="http://schemas.microsoft.com/office/powerpoint/2010/main" val="2823163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0F062-FEE5-E4D5-C904-434C3AF46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B4DD5C6-A5B7-A69E-4BD0-AFFCFC0A7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Zalety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2C651D0-1400-5721-7CFD-C687C03B1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dirty="0"/>
              <a:t>W przypadku Oracle APEX środowisko tworzenia aplikacji znajduje się w przeglądarce internetowej.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Nie jest wymagane żadne oprogramowanie klienckie.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Definicje aplikacji są przechowywane w bazie danych jako metadane. </a:t>
            </a:r>
          </a:p>
        </p:txBody>
      </p:sp>
    </p:spTree>
    <p:extLst>
      <p:ext uri="{BB962C8B-B14F-4D97-AF65-F5344CB8AC3E}">
        <p14:creationId xmlns:p14="http://schemas.microsoft.com/office/powerpoint/2010/main" val="3675669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BEF36-3F80-0F8B-95B6-3D3A2224C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639418-E1F7-BF9D-E0A5-BF66DFB92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Zalety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BF5C1F5-CC38-D14F-CDDC-4CF6693FD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dirty="0"/>
              <a:t>Cały proces tworzenia aplikacji ma charakter deklaratywny i nie obejmuje generowania kodu.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Generowanie stron przebiega wydajnie — wystarczy jedno żądanie i jedna odpowiedź.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Przetwarzanie danych odbywa się w bazie danych.</a:t>
            </a:r>
          </a:p>
        </p:txBody>
      </p:sp>
    </p:spTree>
    <p:extLst>
      <p:ext uri="{BB962C8B-B14F-4D97-AF65-F5344CB8AC3E}">
        <p14:creationId xmlns:p14="http://schemas.microsoft.com/office/powerpoint/2010/main" val="3555895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92CFA-9697-EA65-BD4E-546BCFF6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4A6C2CD-B191-9B9F-819A-DC8AB7757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Architektura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28A5AF5-2132-C4A2-A2E8-43194E24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dirty="0"/>
              <a:t>Dzięki Oracle APEX można szybko tworzyć, dostosowywać i wdrażać rozwiązania.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Silnik Oracle APEX zajmuje się wszystkimi szczegółami technicznymi na niskim poziomie i zapewnia łatwą w użyciu platformę deklaratywną, dzięki czemu programiści mogą skupić się na spełnianiu wymagań biznesowych</a:t>
            </a:r>
          </a:p>
        </p:txBody>
      </p:sp>
    </p:spTree>
    <p:extLst>
      <p:ext uri="{BB962C8B-B14F-4D97-AF65-F5344CB8AC3E}">
        <p14:creationId xmlns:p14="http://schemas.microsoft.com/office/powerpoint/2010/main" val="1871344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E81C6-6804-8027-2F1B-3AFFE2E89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DC080B-FD2C-24F1-0D6E-9B6FC2A2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Architektura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1F42E4A-00AC-E705-9316-0E9418AA6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dirty="0"/>
              <a:t>APEX udostępnia wszystkie niezbędne, gotowe do użycia elementy sterujące, które pozwalają stworzyć aplikację zapewniającą bezpieczny dostęp do bazy danych, zarządzającą danymi uwierzytelniającymi użytkowników, złożonymi regułami biznesowymi, stanem sesji i nie tylko.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Dzięki APEX można przejść od prototypu do środowiska produkcyjnego w zaledwie kilka minut. </a:t>
            </a:r>
          </a:p>
          <a:p>
            <a:pPr>
              <a:lnSpc>
                <a:spcPct val="150000"/>
              </a:lnSpc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41487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9CAB3-B38E-94B3-5DED-B7B83E5CC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6347016-128C-8B92-E126-D004B9707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Architektura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2C8AF84-C821-35A9-E56D-2F79E3BE1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dirty="0"/>
              <a:t>Oracle APEX to w pełni obsługiwana, bezpłatna funkcja bazy danych Oracle </a:t>
            </a:r>
            <a:r>
              <a:rPr lang="pl-PL" dirty="0" err="1"/>
              <a:t>Autonomous</a:t>
            </a:r>
            <a:r>
              <a:rPr lang="pl-PL" dirty="0"/>
              <a:t> Database oraz wszystkich dystrybucji i rozszerzeń baz danych Oracle. Oznacza to, że jeśli posiadasz bazę danych Oracle, masz już dostęp do Oracle APEX. Oznacza to również, że masz dostęp do wszystkich funkcji bazy danych Oracle.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APEX może działać wszędzie, gdzie działa Oracle</a:t>
            </a:r>
          </a:p>
        </p:txBody>
      </p:sp>
    </p:spTree>
    <p:extLst>
      <p:ext uri="{BB962C8B-B14F-4D97-AF65-F5344CB8AC3E}">
        <p14:creationId xmlns:p14="http://schemas.microsoft.com/office/powerpoint/2010/main" val="2734457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5DCB3-9DB1-FB53-AD56-86EA17085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642B6E-C05E-314C-E516-AEEFADCEE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 err="1"/>
              <a:t>Low</a:t>
            </a:r>
            <a:r>
              <a:rPr lang="pl-PL" sz="3200" dirty="0"/>
              <a:t> - </a:t>
            </a:r>
            <a:r>
              <a:rPr lang="pl-PL" sz="3200" dirty="0" err="1"/>
              <a:t>code</a:t>
            </a:r>
            <a:endParaRPr lang="pl-PL" sz="3200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FD9E3EC-97A9-6C7A-5D9C-1E0F19B05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pl-PL" dirty="0"/>
              <a:t>W ramach usługi APEX nie obowiązują żadne skomplikowane zasady cenowe związane z liczbą użytkowników, programistów ani aplikacji. </a:t>
            </a:r>
          </a:p>
          <a:p>
            <a:pPr>
              <a:lnSpc>
                <a:spcPct val="150000"/>
              </a:lnSpc>
            </a:pPr>
            <a:r>
              <a:rPr lang="pl-PL" dirty="0"/>
              <a:t>Nie ma również żadnych ograniczeń dotyczących liczby tworzonych aplikacji, liczby programistów korzystających z usługi ani liczby użytkowników końcowych </a:t>
            </a:r>
          </a:p>
          <a:p>
            <a:pPr>
              <a:lnSpc>
                <a:spcPct val="150000"/>
              </a:lnSpc>
            </a:pPr>
            <a:r>
              <a:rPr lang="pl-PL" dirty="0"/>
              <a:t>Nie są również pobierane żadne dodatkowe opłaty za transfer danych do lub z usługi. </a:t>
            </a:r>
          </a:p>
          <a:p>
            <a:pPr>
              <a:lnSpc>
                <a:spcPct val="150000"/>
              </a:lnSpc>
            </a:pPr>
            <a:r>
              <a:rPr lang="pl-PL" dirty="0"/>
              <a:t>Można korzystać z usług danych Oracle REST w celu tworzenia niestandardowych interfejsów API REST opartych na danych aplikacji oraz wykorzystywać operacje bazodanowe do tworzenia zapytań SQL i graficznego modelowania danych.</a:t>
            </a:r>
          </a:p>
        </p:txBody>
      </p:sp>
    </p:spTree>
    <p:extLst>
      <p:ext uri="{BB962C8B-B14F-4D97-AF65-F5344CB8AC3E}">
        <p14:creationId xmlns:p14="http://schemas.microsoft.com/office/powerpoint/2010/main" val="3224987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D129E-1AB2-792D-2C0D-CC27F0D2E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BE8635-5646-1DAF-149D-2FE859385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Architektura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10C32B-3FDE-3CEB-2410-8B3DD1A7E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dirty="0"/>
              <a:t>Oracle APEX wykorzystuje prostą architekturę trójwarstwową, w której żądania są wysyłane z przeglądarki przez serwer WWW do bazy danych.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Całe przetwarzanie, operacje na danych oraz logika biznesowa są realizowane w bazie danych.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Architektura ta gwarantuje dostęp do danych bez opóźnień, najwyższą wydajność oraz skalowalność od samego początku.</a:t>
            </a:r>
          </a:p>
        </p:txBody>
      </p:sp>
    </p:spTree>
    <p:extLst>
      <p:ext uri="{BB962C8B-B14F-4D97-AF65-F5344CB8AC3E}">
        <p14:creationId xmlns:p14="http://schemas.microsoft.com/office/powerpoint/2010/main" val="1728100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D7D77-7A32-EB4A-DE05-D4BD0B55A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B8F933-39AD-53CC-C84C-8ED9F2D88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Architektura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47B8DE1-9905-4BF5-CC83-784EB096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pl-PL" dirty="0"/>
              <a:t>Żądanie internetowe z przeglądarki internetowej jest wysyłane do usług danych Oracle REST, gdzie trafia do bazy danych Oracle w celu realizacji.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W bazie danych żądanie jest przetwarzane przez Oracle APEX.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Po zakończeniu przetwarzania wynik jest wysyłany z powrotem przez usługi danych Oracle REST do przeglądarki.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Podczas tworzenia lub rozbudowywania aplikacji APEX tworzy lub modyfikuje metadane przechowywane w tabelach bazy danych.</a:t>
            </a:r>
          </a:p>
        </p:txBody>
      </p:sp>
    </p:spTree>
    <p:extLst>
      <p:ext uri="{BB962C8B-B14F-4D97-AF65-F5344CB8AC3E}">
        <p14:creationId xmlns:p14="http://schemas.microsoft.com/office/powerpoint/2010/main" val="1812708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3691F-E5AD-7303-3B74-73010FF8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5AB299-796C-B703-942D-800A10CBD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Architektura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A686012-1711-CFB6-BD50-92F533C43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pl-PL" dirty="0"/>
              <a:t>Po uruchomieniu aplikacji silnik APEX odczytuje metadane i wyświetla żądaną stronę lub przetwarza przesłane dane.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Nie ma potrzeby kompilacji opartej na plikach, a generowanie kodu w ogóle nie ma miejsca.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Całe przetwarzanie odbywa się za pomocą języka SQL, który działa bezpośrednio na schematach danych w bazie danych.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Dzięki temu aplikacje Oracle APEX są bardzo wydajne, ponieważ dane są przetwarzane bezpośrednio w bazie danych, a wyniki są przesyłane z powrotem do przeglądarki internetowej.</a:t>
            </a:r>
          </a:p>
        </p:txBody>
      </p:sp>
    </p:spTree>
    <p:extLst>
      <p:ext uri="{BB962C8B-B14F-4D97-AF65-F5344CB8AC3E}">
        <p14:creationId xmlns:p14="http://schemas.microsoft.com/office/powerpoint/2010/main" val="2077655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64B6-6634-621B-7D9C-C1510A193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7E9028-BDE9-5E2B-7622-299224AC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Architektura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C04720A-7E80-5358-7C1C-5655B63AB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dirty="0"/>
              <a:t>Pojedyncze wywołanie interfejsu API uruchamia wszystkie niezbędne operacje przetwarzania danych na podstawie definicji metadanych zawartej w jednym żądaniu, zamiast wymagać wielu </a:t>
            </a:r>
            <a:r>
              <a:rPr lang="pl-PL" dirty="0" err="1"/>
              <a:t>wywołań</a:t>
            </a:r>
            <a:r>
              <a:rPr lang="pl-PL" dirty="0"/>
              <a:t> do bazy danych.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Usługi Oracle REST Data Services, </a:t>
            </a:r>
            <a:r>
              <a:rPr lang="pl-PL" dirty="0" err="1"/>
              <a:t>Autonomous</a:t>
            </a:r>
            <a:r>
              <a:rPr lang="pl-PL" dirty="0"/>
              <a:t> Database oraz APEX są dostępne i w pełni zarządzane w ramach Oracle </a:t>
            </a:r>
            <a:r>
              <a:rPr lang="pl-PL" dirty="0" err="1"/>
              <a:t>Autonomous</a:t>
            </a:r>
            <a:r>
              <a:rPr lang="pl-PL" dirty="0"/>
              <a:t> </a:t>
            </a:r>
            <a:r>
              <a:rPr lang="pl-PL" dirty="0" err="1"/>
              <a:t>Cloud</a:t>
            </a:r>
            <a:r>
              <a:rPr lang="pl-PL" dirty="0"/>
              <a:t> Services.</a:t>
            </a:r>
          </a:p>
        </p:txBody>
      </p:sp>
    </p:spTree>
    <p:extLst>
      <p:ext uri="{BB962C8B-B14F-4D97-AF65-F5344CB8AC3E}">
        <p14:creationId xmlns:p14="http://schemas.microsoft.com/office/powerpoint/2010/main" val="1896885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8AEA6-A35D-7977-B86E-D09496764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087FBB9-B153-3989-0E5F-9A8E814E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200" dirty="0"/>
              <a:t>Repozytorium APEX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F5CCF7D-8E6C-10F9-CB55-6FAA30A3C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dirty="0">
                <a:hlinkClick r:id="rId2"/>
              </a:rPr>
              <a:t>https://github.com/oracle/apex</a:t>
            </a: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Instalacja przykładowej aplikacji – Sample </a:t>
            </a:r>
            <a:r>
              <a:rPr lang="pl-PL" dirty="0" err="1"/>
              <a:t>Charts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87665502"/>
      </p:ext>
    </p:extLst>
  </p:cSld>
  <p:clrMapOvr>
    <a:masterClrMapping/>
  </p:clrMapOvr>
</p:sld>
</file>

<file path=ppt/theme/theme1.xml><?xml version="1.0" encoding="utf-8"?>
<a:theme xmlns:a="http://schemas.openxmlformats.org/drawingml/2006/main" name="Ramka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TM03457475[[fn=Ramka]]</Template>
  <TotalTime>4605</TotalTime>
  <Words>924</Words>
  <Application>Microsoft Office PowerPoint</Application>
  <PresentationFormat>Panoramiczny</PresentationFormat>
  <Paragraphs>93</Paragraphs>
  <Slides>21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21</vt:i4>
      </vt:variant>
    </vt:vector>
  </HeadingPairs>
  <TitlesOfParts>
    <vt:vector size="24" baseType="lpstr">
      <vt:lpstr>Corbel</vt:lpstr>
      <vt:lpstr>Wingdings 2</vt:lpstr>
      <vt:lpstr>Ramka</vt:lpstr>
      <vt:lpstr>Wprowadzenie do Oracle APEX</vt:lpstr>
      <vt:lpstr>Czym jest  Oracle APEX?</vt:lpstr>
      <vt:lpstr>Czym jest  Oracle APEX?</vt:lpstr>
      <vt:lpstr>Czym jest  Oracle APEX?</vt:lpstr>
      <vt:lpstr>Czym jest  Oracle APEX?</vt:lpstr>
      <vt:lpstr>Czym jest  Oracle APEX?</vt:lpstr>
      <vt:lpstr>Czym jest  Oracle APEX?</vt:lpstr>
      <vt:lpstr>Natywny low-code na Oracle</vt:lpstr>
      <vt:lpstr>Natywny low-code na Oracle</vt:lpstr>
      <vt:lpstr>Natywny low-code na Oracle</vt:lpstr>
      <vt:lpstr>Zalety</vt:lpstr>
      <vt:lpstr>Zalety</vt:lpstr>
      <vt:lpstr>Architektura</vt:lpstr>
      <vt:lpstr>Architektura</vt:lpstr>
      <vt:lpstr>Architektura</vt:lpstr>
      <vt:lpstr>Low - code</vt:lpstr>
      <vt:lpstr>Architektura</vt:lpstr>
      <vt:lpstr>Architektura</vt:lpstr>
      <vt:lpstr>Architektura</vt:lpstr>
      <vt:lpstr>Architektura</vt:lpstr>
      <vt:lpstr>Repozytorium APEX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Wprowadzenie do Oracle APEX</dc:title>
  <dc:creator>Przemyslaw Starosta</dc:creator>
  <cp:lastModifiedBy>Przemyslaw Starosta</cp:lastModifiedBy>
  <cp:revision>1</cp:revision>
  <dcterms:created xsi:type="dcterms:W3CDTF">2022-01-27T16:58:23Z</dcterms:created>
  <dcterms:modified xsi:type="dcterms:W3CDTF">2026-07-19T10:40:16Z</dcterms:modified>
</cp:coreProperties>
</file>